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et Bold" charset="1" panose="00000000000000000000"/>
      <p:regular r:id="rId12"/>
    </p:embeddedFont>
    <p:embeddedFont>
      <p:font typeface="Garet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05048" y="3021330"/>
            <a:ext cx="13277904" cy="297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0"/>
              </a:lnSpc>
            </a:pPr>
            <a:r>
              <a:rPr lang="en-US" b="true" sz="114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SMART AS</a:t>
            </a:r>
          </a:p>
          <a:p>
            <a:pPr algn="ctr">
              <a:lnSpc>
                <a:spcPts val="11400"/>
              </a:lnSpc>
            </a:pPr>
            <a:r>
              <a:rPr lang="en-US" b="true" sz="114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F*CK TRASH CAN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6D689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4242246" y="6811011"/>
            <a:ext cx="980350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Vividh Arcot Velan, Binh Vu, Pablo Garcia Guo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49382" y="9358312"/>
            <a:ext cx="1189236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499" spc="386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BFF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0"/>
            <a:ext cx="9144000" cy="13711715"/>
          </a:xfrm>
          <a:custGeom>
            <a:avLst/>
            <a:gdLst/>
            <a:ahLst/>
            <a:cxnLst/>
            <a:rect r="r" b="b" t="t" l="l"/>
            <a:pathLst>
              <a:path h="13711715" w="9144000">
                <a:moveTo>
                  <a:pt x="0" y="0"/>
                </a:moveTo>
                <a:lnTo>
                  <a:pt x="9144000" y="0"/>
                </a:lnTo>
                <a:lnTo>
                  <a:pt x="9144000" y="13711715"/>
                </a:lnTo>
                <a:lnTo>
                  <a:pt x="0" y="137117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6D689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933450"/>
            <a:ext cx="6919931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B4ECD0"/>
                </a:solidFill>
                <a:latin typeface="Garet Bold"/>
                <a:ea typeface="Garet Bold"/>
                <a:cs typeface="Garet Bold"/>
                <a:sym typeface="Garet Bold"/>
              </a:rPr>
              <a:t>MEET THE TEAM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49382" y="9358312"/>
            <a:ext cx="1189236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499" spc="386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BFF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97293"/>
            <a:ext cx="1742281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  <a:spcBef>
                <a:spcPct val="0"/>
              </a:spcBef>
            </a:pPr>
            <a:r>
              <a:rPr lang="en-US" b="true" sz="3800">
                <a:solidFill>
                  <a:srgbClr val="B4ECD0"/>
                </a:solidFill>
                <a:latin typeface="Garet Bold"/>
                <a:ea typeface="Garet Bold"/>
                <a:cs typeface="Garet Bold"/>
                <a:sym typeface="Garet Bold"/>
              </a:rPr>
              <a:t>VIVIDH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819077"/>
            <a:ext cx="1644749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  <a:spcBef>
                <a:spcPct val="0"/>
              </a:spcBef>
            </a:pPr>
            <a:r>
              <a:rPr lang="en-US" b="true" sz="3800">
                <a:solidFill>
                  <a:srgbClr val="B4ECD0"/>
                </a:solidFill>
                <a:latin typeface="Garet Bold"/>
                <a:ea typeface="Garet Bold"/>
                <a:cs typeface="Garet Bold"/>
                <a:sym typeface="Garet Bold"/>
              </a:rPr>
              <a:t>PABLO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343079"/>
            <a:ext cx="2693888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  <a:spcBef>
                <a:spcPct val="0"/>
              </a:spcBef>
            </a:pPr>
            <a:r>
              <a:rPr lang="en-US" b="true" sz="3800">
                <a:solidFill>
                  <a:srgbClr val="B4ECD0"/>
                </a:solidFill>
                <a:latin typeface="Garet Bold"/>
                <a:ea typeface="Garet Bold"/>
                <a:cs typeface="Garet Bold"/>
                <a:sym typeface="Garet Bold"/>
              </a:rPr>
              <a:t>JURICUMO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13711715"/>
          </a:xfrm>
          <a:custGeom>
            <a:avLst/>
            <a:gdLst/>
            <a:ahLst/>
            <a:cxnLst/>
            <a:rect r="r" b="b" t="t" l="l"/>
            <a:pathLst>
              <a:path h="13711715" w="9144000">
                <a:moveTo>
                  <a:pt x="0" y="0"/>
                </a:moveTo>
                <a:lnTo>
                  <a:pt x="9144000" y="0"/>
                </a:lnTo>
                <a:lnTo>
                  <a:pt x="9144000" y="13711715"/>
                </a:lnTo>
                <a:lnTo>
                  <a:pt x="0" y="137117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6D689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56034" y="933450"/>
            <a:ext cx="6919931" cy="251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B4ECD0"/>
                </a:solidFill>
                <a:latin typeface="Garet Bold"/>
                <a:ea typeface="Garet Bold"/>
                <a:cs typeface="Garet Bold"/>
                <a:sym typeface="Garet Bold"/>
              </a:rPr>
              <a:t>THE MISSION:</a:t>
            </a:r>
          </a:p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B4ECD0"/>
                </a:solidFill>
                <a:latin typeface="Garet Bold"/>
                <a:ea typeface="Garet Bold"/>
                <a:cs typeface="Garet Bold"/>
                <a:sym typeface="Garet Bold"/>
              </a:rPr>
              <a:t>BRINGING TRASH TO THE NEXT LEVEL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56034" y="5067300"/>
            <a:ext cx="6919931" cy="164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B4ECD0"/>
                </a:solidFill>
                <a:latin typeface="Garet"/>
                <a:ea typeface="Garet"/>
                <a:cs typeface="Garet"/>
                <a:sym typeface="Garet"/>
              </a:rPr>
              <a:t>Trash cans get your hands dirty</a:t>
            </a:r>
          </a:p>
          <a:p>
            <a:pPr algn="l" marL="647694" indent="-323847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B4ECD0"/>
                </a:solidFill>
                <a:latin typeface="Garet"/>
                <a:ea typeface="Garet"/>
                <a:cs typeface="Garet"/>
                <a:sym typeface="Garet"/>
              </a:rPr>
              <a:t>We will solve that</a:t>
            </a:r>
          </a:p>
          <a:p>
            <a:pPr algn="l" marL="647694" indent="-323847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B4ECD0"/>
                </a:solidFill>
                <a:latin typeface="Garet"/>
                <a:ea typeface="Garet"/>
                <a:cs typeface="Garet"/>
                <a:sym typeface="Garet"/>
              </a:rPr>
              <a:t>Here we innovate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49382" y="9358312"/>
            <a:ext cx="1189236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499" spc="386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BFF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0"/>
            <a:ext cx="9144000" cy="13724578"/>
          </a:xfrm>
          <a:custGeom>
            <a:avLst/>
            <a:gdLst/>
            <a:ahLst/>
            <a:cxnLst/>
            <a:rect r="r" b="b" t="t" l="l"/>
            <a:pathLst>
              <a:path h="13724578" w="9144000">
                <a:moveTo>
                  <a:pt x="0" y="0"/>
                </a:moveTo>
                <a:lnTo>
                  <a:pt x="9144000" y="0"/>
                </a:lnTo>
                <a:lnTo>
                  <a:pt x="9144000" y="13724578"/>
                </a:lnTo>
                <a:lnTo>
                  <a:pt x="0" y="137245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6D689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144621"/>
            <a:ext cx="6919931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B4ECD0"/>
                </a:solidFill>
                <a:latin typeface="Garet Bold"/>
                <a:ea typeface="Garet Bold"/>
                <a:cs typeface="Garet Bold"/>
                <a:sym typeface="Garet Bold"/>
              </a:rPr>
              <a:t>THE PROCESS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067300"/>
            <a:ext cx="6919931" cy="164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B4ECD0"/>
                </a:solidFill>
                <a:latin typeface="Garet"/>
                <a:ea typeface="Garet"/>
                <a:cs typeface="Garet"/>
                <a:sym typeface="Garet"/>
              </a:rPr>
              <a:t>Innovation at JHC</a:t>
            </a:r>
          </a:p>
          <a:p>
            <a:pPr algn="l" marL="647694" indent="-323847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B4ECD0"/>
                </a:solidFill>
                <a:latin typeface="Garet"/>
                <a:ea typeface="Garet"/>
                <a:cs typeface="Garet"/>
                <a:sym typeface="Garet"/>
              </a:rPr>
              <a:t>Intense work</a:t>
            </a:r>
          </a:p>
          <a:p>
            <a:pPr algn="l" marL="647694" indent="-323847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B4ECD0"/>
                </a:solidFill>
                <a:latin typeface="Garet"/>
                <a:ea typeface="Garet"/>
                <a:cs typeface="Garet"/>
                <a:sym typeface="Garet"/>
              </a:rPr>
              <a:t>Design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49382" y="9358312"/>
            <a:ext cx="1189236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499" spc="386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BFF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23529"/>
            <a:ext cx="9144000" cy="13711715"/>
          </a:xfrm>
          <a:custGeom>
            <a:avLst/>
            <a:gdLst/>
            <a:ahLst/>
            <a:cxnLst/>
            <a:rect r="r" b="b" t="t" l="l"/>
            <a:pathLst>
              <a:path h="13711715" w="9144000">
                <a:moveTo>
                  <a:pt x="0" y="0"/>
                </a:moveTo>
                <a:lnTo>
                  <a:pt x="9144000" y="0"/>
                </a:lnTo>
                <a:lnTo>
                  <a:pt x="9144000" y="13711715"/>
                </a:lnTo>
                <a:lnTo>
                  <a:pt x="0" y="137117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6D689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339369" y="933450"/>
            <a:ext cx="6919931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B4ECD0"/>
                </a:solidFill>
                <a:latin typeface="Garet Bold"/>
                <a:ea typeface="Garet Bold"/>
                <a:cs typeface="Garet Bold"/>
                <a:sym typeface="Garet Bold"/>
              </a:rPr>
              <a:t>THE PIVOT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39369" y="4856129"/>
            <a:ext cx="6919931" cy="164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B4ECD0"/>
                </a:solidFill>
                <a:latin typeface="Garet"/>
                <a:ea typeface="Garet"/>
                <a:cs typeface="Garet"/>
                <a:sym typeface="Garet"/>
              </a:rPr>
              <a:t>Downsized the trash can</a:t>
            </a:r>
          </a:p>
          <a:p>
            <a:pPr algn="l" marL="647694" indent="-323847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B4ECD0"/>
                </a:solidFill>
                <a:latin typeface="Garet"/>
                <a:ea typeface="Garet"/>
                <a:cs typeface="Garet"/>
                <a:sym typeface="Garet"/>
              </a:rPr>
              <a:t>Re-did the wiring</a:t>
            </a:r>
          </a:p>
          <a:p>
            <a:pPr algn="l" marL="647694" indent="-323847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B4ECD0"/>
                </a:solidFill>
                <a:latin typeface="Garet"/>
                <a:ea typeface="Garet"/>
                <a:cs typeface="Garet"/>
                <a:sym typeface="Garet"/>
              </a:rPr>
              <a:t>It works now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49382" y="9358312"/>
            <a:ext cx="1189236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499" spc="386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BFF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6D689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49382" y="9358312"/>
            <a:ext cx="1189236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499" spc="386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BFF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05048" y="3021330"/>
            <a:ext cx="13277904" cy="152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0"/>
              </a:lnSpc>
            </a:pPr>
            <a:r>
              <a:rPr lang="en-US" b="true" sz="114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DAHXtC6N04M</dc:identifier>
  <dcterms:modified xsi:type="dcterms:W3CDTF">2011-08-01T06:04:30Z</dcterms:modified>
  <cp:revision>1</cp:revision>
  <dc:title>smart as f*ck trash can</dc:title>
</cp:coreProperties>
</file>